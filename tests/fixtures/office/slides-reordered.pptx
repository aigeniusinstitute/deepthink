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7" r:id="rId8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CIBI3026A101 项目启动会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PI：张伟</a:t>
            </a:r>
          </a:p>
          <a:p>
            <a:r>
              <a:t>代号：CHARLIE-9930</a:t>
            </a:r>
          </a:p>
          <a:p>
            <a:r>
              <a:t>日期：2026-01-06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入组标准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给药方案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试验组：受试药 200mg 每日一次</a:t>
            </a:r>
          </a:p>
          <a:p>
            <a:r>
              <a:t>对照组：安慰剂</a:t>
            </a:r>
          </a:p>
          <a:p>
            <a:r>
              <a:t>给药周期：28 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